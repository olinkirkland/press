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84" autoAdjust="0"/>
    <p:restoredTop sz="88476" autoAdjust="0"/>
  </p:normalViewPr>
  <p:slideViewPr>
    <p:cSldViewPr snapToGrid="0">
      <p:cViewPr>
        <p:scale>
          <a:sx n="33" d="100"/>
          <a:sy n="33" d="100"/>
        </p:scale>
        <p:origin x="1002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F9260C-0814-4848-9499-4B5163295AF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BEAD13-1317-4960-805F-6D6A1BFD9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41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EAD13-1317-4960-805F-6D6A1BFD99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640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49141-FC0C-8C59-D08B-466D2C59E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6648CD-B73D-DA5D-CB3C-FF43C7FB1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67E4C9-69CE-DBA8-46A2-D768E6D69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53B73-24AE-DF42-6C04-0976BC1737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EAD13-1317-4960-805F-6D6A1BFD99F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563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986A3-9E6F-42D6-8FC0-88DE003EF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BB6205-DE2D-7E6E-A0FC-D2DC8CB56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6B3D03-DA8D-BF62-130F-B2332A6D8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8EB5A-221A-22CE-FB35-7FB1FA145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EAD13-1317-4960-805F-6D6A1BFD99F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524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6D4D7-2710-CBD2-56C8-C260EFCDC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3C06F1-3710-5C50-7C45-B259298E0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94A91-144C-23C3-388D-5614D9C5A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6116-350B-4AA6-811E-B71D48731FA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2DC49-BCFF-5DE2-4508-D24F698CC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DFA48-C5DD-A914-9976-E5F35E615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2691-66A2-4590-B643-7B333F49E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587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0AED0-38B4-DA15-3432-F40682386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B7C18-2F61-296B-4B2D-9999F9965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2AF9E-18A0-D276-3F57-94E4322F5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6116-350B-4AA6-811E-B71D48731FA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33B50-BF74-13D5-4B7D-8C1159695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2577C-1762-BBC0-AC98-87CACBAA3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2691-66A2-4590-B643-7B333F49E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219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E65BC-1DAB-47C0-28E0-43F72FB39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F86A2-9199-B663-F9E7-B26AE7792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A9971-AF8B-EED0-089E-0A8B97D93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6116-350B-4AA6-811E-B71D48731FA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48418-49A0-3D9B-94BC-AB361957C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0E362-5161-29FC-7FAD-7CADF39D6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2691-66A2-4590-B643-7B333F49E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38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7FDAD-36F9-DFDB-8957-04D25F49C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92622-391E-2F43-D8EC-3CAE0D9BB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F7BFB4-8A0E-4806-EB02-11640388E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A322A8-A3E4-B323-A45C-429862B28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6116-350B-4AA6-811E-B71D48731FA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4945F-05E8-24E9-4ABA-4DD3D4B96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DD0E4-AF6A-E1B7-2B30-62D7A26A8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2691-66A2-4590-B643-7B333F49E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40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EF1B0-F301-862A-0F97-C472003BF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AC5C7-BA43-4495-3DBC-1C3AEA5BA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DB449-9327-4007-F506-4127F65A3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11AD18-8729-272A-F157-C96A9EB8E5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F3108E-F692-5ABF-2014-94D93FAD68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648A7E-0A7B-3EE2-1AA6-85EDE5CFE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6116-350B-4AA6-811E-B71D48731FA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AB898-1802-6CE7-1B6C-4409DD6A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9E4A65-8746-2428-F504-CAF9C15BF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2691-66A2-4590-B643-7B333F49E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3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481BB-513C-75D8-7447-42C7F1D4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239899-AED8-E66B-CF47-E1D96BF6D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6116-350B-4AA6-811E-B71D48731FA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201397-3C56-D89E-C0D8-17DFA40A3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AC07C1-4E6B-F516-1CF1-32D013DE4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2691-66A2-4590-B643-7B333F49E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873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C3F526-5BB6-0F40-05F4-7E4B137B8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6116-350B-4AA6-811E-B71D48731FA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C4C82-55F6-4AD9-899F-2B7592F80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BBDAF-F778-0BC3-5197-C4C2D41B8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2691-66A2-4590-B643-7B333F49E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138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C496D-4975-86D8-1B39-063105AAD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49299-98BC-3D97-780E-937A6AC27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4291E5-A915-B8AC-9312-1701C0D03E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7A172-6DBA-19B2-A5EF-10F93E1C2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6116-350B-4AA6-811E-B71D48731FA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2BBB02-624A-7C93-DFD4-2C90CD3B4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A89A8-B587-D9F2-1AF9-4BA82B787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2691-66A2-4590-B643-7B333F49E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846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E7E20-7426-E469-BB5F-040F84160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59AE5-3EC4-1DD5-F92D-C9AC59953E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C048C-B770-9511-5FB6-1B86C0385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D4A3E3-342D-D220-FCE4-5666DB51F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6116-350B-4AA6-811E-B71D48731FA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55B99-7034-77A2-C6DB-477BEC1FF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3D386-DB2F-1DA4-652D-CF80AA8A8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2691-66A2-4590-B643-7B333F49E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072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E217B-1A4C-5958-8607-1B85EE2E3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FBB620-D351-FF1C-CEEC-7E199133B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00FA2-6419-73D7-5946-4AA49C78B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6116-350B-4AA6-811E-B71D48731FA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F1DDC-F0E4-A597-FF3F-D1112F301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49032-FB4B-45A1-0640-8F2CB7839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2691-66A2-4590-B643-7B333F49E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191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D48B8-544B-8BB5-AB5F-9B2B328792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4D726E-E7E7-8ED1-8A3B-D9E9F1D097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E5BA3-D6B5-5814-9C69-14FE36A77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6116-350B-4AA6-811E-B71D48731FA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776B1-7F13-1AE8-47BC-9DDE003E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026EF-10C4-EE27-C058-F52525358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2691-66A2-4590-B643-7B333F49E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594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985209-62FB-67EA-C0F8-49C996B14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E12C1-566C-CA6F-AA27-2D1CF98C0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DD603-3507-E8F5-2BCD-3C4A80E9C1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026116-350B-4AA6-811E-B71D48731FA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51A4D-3A82-95B2-97F7-5935F51C8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D7C18-3B66-5AC4-D215-754AEEFC7C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652691-66A2-4590-B643-7B333F49E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32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E9C43EF-44DD-5221-DB0B-F4C30D6A135B}"/>
              </a:ext>
            </a:extLst>
          </p:cNvPr>
          <p:cNvGrpSpPr/>
          <p:nvPr/>
        </p:nvGrpSpPr>
        <p:grpSpPr>
          <a:xfrm>
            <a:off x="1690107" y="120445"/>
            <a:ext cx="8811786" cy="6236110"/>
            <a:chOff x="0" y="-560620"/>
            <a:chExt cx="12965980" cy="9176038"/>
          </a:xfrm>
          <a:scene3d>
            <a:camera prst="perspectiveLeft"/>
            <a:lightRig rig="threePt" dir="t"/>
          </a:scene3d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224F0FD-3EF3-E956-1728-9FAF652234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560620"/>
              <a:ext cx="9868829" cy="685800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D4CFF21-3388-E51D-2E19-38C61766A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4414" y="1757418"/>
              <a:ext cx="3855697" cy="68580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9923D13-5DB1-4596-1F1B-F5B074735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10283" y="1757418"/>
              <a:ext cx="3855697" cy="68580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4253923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72DE-650A-B1E5-F1D0-E3EBDF6B6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AD36498-C5B9-12EE-D8A7-D0297259F578}"/>
              </a:ext>
            </a:extLst>
          </p:cNvPr>
          <p:cNvGrpSpPr/>
          <p:nvPr/>
        </p:nvGrpSpPr>
        <p:grpSpPr>
          <a:xfrm>
            <a:off x="1690107" y="120446"/>
            <a:ext cx="8811786" cy="6236113"/>
            <a:chOff x="0" y="-560619"/>
            <a:chExt cx="12965978" cy="9176041"/>
          </a:xfrm>
          <a:scene3d>
            <a:camera prst="perspectiveLeft"/>
            <a:lightRig rig="threePt" dir="t"/>
          </a:scene3d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84866F1-4A4B-5F8C-4CB8-8C7A9B9D5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-560619"/>
              <a:ext cx="9868829" cy="68580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E2CE149-8FC8-5CB2-41EC-519DF39A8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934413" y="1757419"/>
              <a:ext cx="3855696" cy="685800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1AA561F-EC06-71AB-6393-24865A08D6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110282" y="1757419"/>
              <a:ext cx="3855696" cy="685800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920064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4121E9A-B645-038E-34DA-19C5E5A75A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 brushSize="4"/>
                    </a14:imgEffect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742" r="26758"/>
          <a:stretch>
            <a:fillRect/>
          </a:stretch>
        </p:blipFill>
        <p:spPr>
          <a:xfrm>
            <a:off x="8191500" y="247650"/>
            <a:ext cx="3657600" cy="54864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043C902-726B-24C1-89FD-5358B564AE3B}"/>
              </a:ext>
            </a:extLst>
          </p:cNvPr>
          <p:cNvSpPr/>
          <p:nvPr/>
        </p:nvSpPr>
        <p:spPr>
          <a:xfrm>
            <a:off x="8191500" y="247650"/>
            <a:ext cx="3657600" cy="54864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DCA3EC-E8A6-5E28-7CB5-70C7C1C4B4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 brushSize="4"/>
                    </a14:imgEffect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>
            <a:fillRect/>
          </a:stretch>
        </p:blipFill>
        <p:spPr>
          <a:xfrm>
            <a:off x="342900" y="247650"/>
            <a:ext cx="7315200" cy="5486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0EFD72-6AF0-6074-DDCE-6F8C33EF8CA0}"/>
              </a:ext>
            </a:extLst>
          </p:cNvPr>
          <p:cNvSpPr txBox="1"/>
          <p:nvPr/>
        </p:nvSpPr>
        <p:spPr>
          <a:xfrm>
            <a:off x="116112" y="6095557"/>
            <a:ext cx="1636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@Will Roberts</a:t>
            </a:r>
          </a:p>
          <a:p>
            <a:r>
              <a:rPr lang="en-US" dirty="0"/>
              <a:t>Unsplash.com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E85EB6-B64E-DEEE-BCE3-FBE34AB2F347}"/>
              </a:ext>
            </a:extLst>
          </p:cNvPr>
          <p:cNvSpPr/>
          <p:nvPr/>
        </p:nvSpPr>
        <p:spPr>
          <a:xfrm>
            <a:off x="342900" y="247650"/>
            <a:ext cx="7315200" cy="54864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A2FC1F-1E43-E629-B906-B8C6D47EA5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364" y="389102"/>
            <a:ext cx="2662767" cy="9291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8AFE5E3-E561-7370-0455-B78C5449B4F0}"/>
              </a:ext>
            </a:extLst>
          </p:cNvPr>
          <p:cNvSpPr/>
          <p:nvPr/>
        </p:nvSpPr>
        <p:spPr>
          <a:xfrm>
            <a:off x="342900" y="2984233"/>
            <a:ext cx="7315200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b="1" spc="600" dirty="0">
                <a:solidFill>
                  <a:schemeClr val="bg1"/>
                </a:solidFill>
                <a:latin typeface="Constantia" panose="02030602050306030303" pitchFamily="18" charset="0"/>
                <a:cs typeface="Aldhabi" panose="020F0502020204030204" pitchFamily="2" charset="-78"/>
              </a:rPr>
              <a:t>DOSKVOL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66B065-4A15-62BF-39CC-4B91AE05932B}"/>
              </a:ext>
            </a:extLst>
          </p:cNvPr>
          <p:cNvSpPr/>
          <p:nvPr/>
        </p:nvSpPr>
        <p:spPr>
          <a:xfrm>
            <a:off x="342900" y="1913631"/>
            <a:ext cx="73152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spc="3200" dirty="0">
                <a:solidFill>
                  <a:schemeClr val="bg1"/>
                </a:solidFill>
                <a:latin typeface="Constantia" panose="02030602050306030303" pitchFamily="18" charset="0"/>
                <a:cs typeface="Aldhabi" panose="020F0502020204030204" pitchFamily="2" charset="-78"/>
              </a:rPr>
              <a:t>MEMORIES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DF0C86-B835-B002-0BE7-2DCD455C462D}"/>
              </a:ext>
            </a:extLst>
          </p:cNvPr>
          <p:cNvSpPr/>
          <p:nvPr/>
        </p:nvSpPr>
        <p:spPr>
          <a:xfrm>
            <a:off x="342900" y="2572062"/>
            <a:ext cx="731520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i="1" dirty="0">
                <a:solidFill>
                  <a:schemeClr val="bg1"/>
                </a:solidFill>
                <a:latin typeface="Constantia" panose="02030602050306030303" pitchFamily="18" charset="0"/>
                <a:cs typeface="Aldhabi" panose="020F0502020204030204" pitchFamily="2" charset="-78"/>
              </a:rPr>
              <a:t>of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9C0565-68C9-1A84-F1AD-48796F1ED5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799" y="389103"/>
            <a:ext cx="1231601" cy="42975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14E5F26-C7C9-67B1-F796-6A011A13B601}"/>
              </a:ext>
            </a:extLst>
          </p:cNvPr>
          <p:cNvSpPr/>
          <p:nvPr/>
        </p:nvSpPr>
        <p:spPr>
          <a:xfrm>
            <a:off x="8191499" y="3114859"/>
            <a:ext cx="3657600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spc="600" dirty="0">
                <a:solidFill>
                  <a:schemeClr val="bg1"/>
                </a:solidFill>
                <a:latin typeface="Constantia" panose="02030602050306030303" pitchFamily="18" charset="0"/>
                <a:cs typeface="Aldhabi" panose="020F0502020204030204" pitchFamily="2" charset="-78"/>
              </a:rPr>
              <a:t>DOSKVOL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55DDC1-199E-6727-1676-61A40D501D2E}"/>
              </a:ext>
            </a:extLst>
          </p:cNvPr>
          <p:cNvSpPr/>
          <p:nvPr/>
        </p:nvSpPr>
        <p:spPr>
          <a:xfrm>
            <a:off x="8191499" y="2145855"/>
            <a:ext cx="36576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1" spc="1200" dirty="0">
                <a:solidFill>
                  <a:schemeClr val="bg1"/>
                </a:solidFill>
                <a:latin typeface="Constantia" panose="02030602050306030303" pitchFamily="18" charset="0"/>
                <a:cs typeface="Aldhabi" panose="020F0502020204030204" pitchFamily="2" charset="-78"/>
              </a:rPr>
              <a:t>MEMORIES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1904C4-8D76-F6D4-C0DC-55BE874E2E2F}"/>
              </a:ext>
            </a:extLst>
          </p:cNvPr>
          <p:cNvSpPr/>
          <p:nvPr/>
        </p:nvSpPr>
        <p:spPr>
          <a:xfrm>
            <a:off x="8191499" y="2572062"/>
            <a:ext cx="365760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i="1" dirty="0">
                <a:solidFill>
                  <a:schemeClr val="bg1"/>
                </a:solidFill>
                <a:latin typeface="Constantia" panose="02030602050306030303" pitchFamily="18" charset="0"/>
                <a:cs typeface="Aldhabi" panose="020F0502020204030204" pitchFamily="2" charset="-78"/>
              </a:rPr>
              <a:t>of</a:t>
            </a:r>
          </a:p>
        </p:txBody>
      </p:sp>
    </p:spTree>
    <p:extLst>
      <p:ext uri="{BB962C8B-B14F-4D97-AF65-F5344CB8AC3E}">
        <p14:creationId xmlns:p14="http://schemas.microsoft.com/office/powerpoint/2010/main" val="957046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6209A-C852-9354-9A14-93BFA466C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4C43F8E-27C2-6AD7-FEFA-6E75C385DF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2415" y="1098623"/>
            <a:ext cx="3107169" cy="46607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scene3d>
            <a:camera prst="perspectiveLeft"/>
            <a:lightRig rig="threePt" dir="t"/>
          </a:scene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CF6DFF-E6C2-1917-C0FB-8AA5C4CFC578}"/>
              </a:ext>
            </a:extLst>
          </p:cNvPr>
          <p:cNvSpPr txBox="1"/>
          <p:nvPr/>
        </p:nvSpPr>
        <p:spPr>
          <a:xfrm>
            <a:off x="116112" y="6095557"/>
            <a:ext cx="1636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@Will Roberts</a:t>
            </a:r>
          </a:p>
          <a:p>
            <a:r>
              <a:rPr lang="en-US" dirty="0"/>
              <a:t>Unsplash.com</a:t>
            </a:r>
          </a:p>
        </p:txBody>
      </p:sp>
    </p:spTree>
    <p:extLst>
      <p:ext uri="{BB962C8B-B14F-4D97-AF65-F5344CB8AC3E}">
        <p14:creationId xmlns:p14="http://schemas.microsoft.com/office/powerpoint/2010/main" val="3322736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21</Words>
  <Application>Microsoft Office PowerPoint</Application>
  <PresentationFormat>Widescreen</PresentationFormat>
  <Paragraphs>13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Constantia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Kirkland, Olin (ITS)</dc:creator>
  <cp:lastModifiedBy>Kirkland, Olin (ITS)</cp:lastModifiedBy>
  <cp:revision>61</cp:revision>
  <dcterms:created xsi:type="dcterms:W3CDTF">2026-07-21T19:47:36Z</dcterms:created>
  <dcterms:modified xsi:type="dcterms:W3CDTF">2026-07-22T19:50:00Z</dcterms:modified>
</cp:coreProperties>
</file>