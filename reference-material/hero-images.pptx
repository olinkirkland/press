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4" autoAdjust="0"/>
    <p:restoredTop sz="88476" autoAdjust="0"/>
  </p:normalViewPr>
  <p:slideViewPr>
    <p:cSldViewPr snapToGrid="0">
      <p:cViewPr varScale="1">
        <p:scale>
          <a:sx n="50" d="100"/>
          <a:sy n="50" d="100"/>
        </p:scale>
        <p:origin x="6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9260C-0814-4848-9499-4B5163295AFD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EAD13-1317-4960-805F-6D6A1BFD9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4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EAD13-1317-4960-805F-6D6A1BFD99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40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49141-FC0C-8C59-D08B-466D2C59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648CD-B73D-DA5D-CB3C-FF43C7FB1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7E4C9-69CE-DBA8-46A2-D768E6D69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53B73-24AE-DF42-6C04-0976BC173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EAD13-1317-4960-805F-6D6A1BFD99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63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D4D7-2710-CBD2-56C8-C260EFCDC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C06F1-3710-5C50-7C45-B259298E0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94A91-144C-23C3-388D-5614D9C5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2DC49-BCFF-5DE2-4508-D24F698C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DFA48-C5DD-A914-9976-E5F35E61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8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AED0-38B4-DA15-3432-F4068238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B7C18-2F61-296B-4B2D-9999F9965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2AF9E-18A0-D276-3F57-94E4322F5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33B50-BF74-13D5-4B7D-8C1159695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2577C-1762-BBC0-AC98-87CACBAA3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19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65BC-1DAB-47C0-28E0-43F72FB3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F86A2-9199-B663-F9E7-B26AE7792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A9971-AF8B-EED0-089E-0A8B97D9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48418-49A0-3D9B-94BC-AB361957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0E362-5161-29FC-7FAD-7CADF39D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38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FDAD-36F9-DFDB-8957-04D25F49C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2622-391E-2F43-D8EC-3CAE0D9BB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7BFB4-8A0E-4806-EB02-11640388E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322A8-A3E4-B323-A45C-429862B28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4945F-05E8-24E9-4ABA-4DD3D4B9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DD0E4-AF6A-E1B7-2B30-62D7A26A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4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F1B0-F301-862A-0F97-C472003B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AC5C7-BA43-4495-3DBC-1C3AEA5BA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DB449-9327-4007-F506-4127F65A3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1AD18-8729-272A-F157-C96A9EB8E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F3108E-F692-5ABF-2014-94D93FAD6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648A7E-0A7B-3EE2-1AA6-85EDE5CF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AB898-1802-6CE7-1B6C-4409DD6A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E4A65-8746-2428-F504-CAF9C15B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3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81BB-513C-75D8-7447-42C7F1D4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239899-AED8-E66B-CF47-E1D96BF6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01397-3C56-D89E-C0D8-17DFA40A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C07C1-4E6B-F516-1CF1-32D013DE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73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C3F526-5BB6-0F40-05F4-7E4B137B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C4C82-55F6-4AD9-899F-2B7592F80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BBDAF-F778-0BC3-5197-C4C2D41B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3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C496D-4975-86D8-1B39-063105AAD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49299-98BC-3D97-780E-937A6AC27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291E5-A915-B8AC-9312-1701C0D03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7A172-6DBA-19B2-A5EF-10F93E1C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BBB02-624A-7C93-DFD4-2C90CD3B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A89A8-B587-D9F2-1AF9-4BA82B78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4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E7E20-7426-E469-BB5F-040F8416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59AE5-3EC4-1DD5-F92D-C9AC59953E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C048C-B770-9511-5FB6-1B86C0385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4A3E3-342D-D220-FCE4-5666DB51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55B99-7034-77A2-C6DB-477BEC1FF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3D386-DB2F-1DA4-652D-CF80AA8A8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72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217B-1A4C-5958-8607-1B85EE2E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BB620-D351-FF1C-CEEC-7E199133B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00FA2-6419-73D7-5946-4AA49C78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F1DDC-F0E4-A597-FF3F-D1112F30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49032-FB4B-45A1-0640-8F2CB783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9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D48B8-544B-8BB5-AB5F-9B2B32879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D726E-E7E7-8ED1-8A3B-D9E9F1D09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E5BA3-D6B5-5814-9C69-14FE36A7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776B1-7F13-1AE8-47BC-9DDE003E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026EF-10C4-EE27-C058-F5252535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9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985209-62FB-67EA-C0F8-49C996B14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E12C1-566C-CA6F-AA27-2D1CF98C0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DD603-3507-E8F5-2BCD-3C4A80E9C1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26116-350B-4AA6-811E-B71D48731FA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51A4D-3A82-95B2-97F7-5935F51C8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D7C18-3B66-5AC4-D215-754AEEFC7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52691-66A2-4590-B643-7B333F49E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3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E9C43EF-44DD-5221-DB0B-F4C30D6A135B}"/>
              </a:ext>
            </a:extLst>
          </p:cNvPr>
          <p:cNvGrpSpPr/>
          <p:nvPr/>
        </p:nvGrpSpPr>
        <p:grpSpPr>
          <a:xfrm>
            <a:off x="1690107" y="120445"/>
            <a:ext cx="8811786" cy="6236110"/>
            <a:chOff x="0" y="-560620"/>
            <a:chExt cx="12965980" cy="9176038"/>
          </a:xfrm>
          <a:scene3d>
            <a:camera prst="perspectiveLeft"/>
            <a:lightRig rig="threePt" dir="t"/>
          </a:scene3d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224F0FD-3EF3-E956-1728-9FAF65223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560620"/>
              <a:ext cx="9868829" cy="685800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D4CFF21-3388-E51D-2E19-38C61766A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4414" y="1757418"/>
              <a:ext cx="3855697" cy="6858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9923D13-5DB1-4596-1F1B-F5B074735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10283" y="1757418"/>
              <a:ext cx="3855697" cy="6858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253923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72DE-650A-B1E5-F1D0-E3EBDF6B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AD36498-C5B9-12EE-D8A7-D0297259F578}"/>
              </a:ext>
            </a:extLst>
          </p:cNvPr>
          <p:cNvGrpSpPr/>
          <p:nvPr/>
        </p:nvGrpSpPr>
        <p:grpSpPr>
          <a:xfrm>
            <a:off x="1690107" y="120446"/>
            <a:ext cx="8811786" cy="6236113"/>
            <a:chOff x="0" y="-560619"/>
            <a:chExt cx="12965978" cy="9176041"/>
          </a:xfrm>
          <a:scene3d>
            <a:camera prst="perspectiveLeft"/>
            <a:lightRig rig="threePt" dir="t"/>
          </a:scene3d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84866F1-4A4B-5F8C-4CB8-8C7A9B9D5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-560619"/>
              <a:ext cx="9868829" cy="68580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E2CE149-8FC8-5CB2-41EC-519DF39A8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934413" y="1757419"/>
              <a:ext cx="3855696" cy="685800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1AA561F-EC06-71AB-6393-24865A08D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110282" y="1757419"/>
              <a:ext cx="3855696" cy="685800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920064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Office PowerPoint</Application>
  <PresentationFormat>Widescreen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Kirkland, Olin (ITS)</dc:creator>
  <cp:lastModifiedBy>Kirkland, Olin (ITS)</cp:lastModifiedBy>
  <cp:revision>1</cp:revision>
  <dcterms:created xsi:type="dcterms:W3CDTF">2026-07-21T19:47:36Z</dcterms:created>
  <dcterms:modified xsi:type="dcterms:W3CDTF">2026-07-21T19:56:00Z</dcterms:modified>
</cp:coreProperties>
</file>